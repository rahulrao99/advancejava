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16233B"/>
          </a:solidFill>
          <a:ln w="12700">
            <a:solidFill>
              <a:srgbClr val="1623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57200"/>
            <a:ext cx="1737360" cy="1737360"/>
          </a:xfrm>
          <a:prstGeom prst="ellipse">
            <a:avLst/>
          </a:prstGeom>
          <a:solidFill>
            <a:srgbClr val="3B6F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Rahul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Family — Software Engineer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 of Exp —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8404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Developer (SDE-1) with hands-on experience across backend microservices, React frontend delivery, and applied agentic AI — spanning production-style Java systems, a shipped React app, and LangGraph multi-agent development.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5989320"/>
            <a:ext cx="2377440" cy="640080"/>
          </a:xfrm>
          <a:prstGeom prst="rect">
            <a:avLst/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035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POD —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AI Platform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743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594360"/>
            <a:ext cx="6492240" cy="0"/>
          </a:xfrm>
          <a:prstGeom prst="line">
            <a:avLst/>
          </a:prstGeom>
          <a:noFill/>
          <a:ln w="12700">
            <a:solidFill>
              <a:srgbClr val="CB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685800"/>
            <a:ext cx="6492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Engineer with 2 years of experience building backend microservices and REST APIs, with additional hands-on exposure to React frontend delivery and applied generative-AI engineering. Comfortable across the stack: designing microservice architectures with Eureka/API Gateway, integrating Redis and Kafka, building React SPAs with Redux Toolkit, and building LangGraph-based multi-agent systems with MCP tool servers.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0" y="18745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HISTORY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2194560"/>
            <a:ext cx="6492240" cy="0"/>
          </a:xfrm>
          <a:prstGeom prst="line">
            <a:avLst/>
          </a:prstGeom>
          <a:noFill/>
          <a:ln w="12700">
            <a:solidFill>
              <a:srgbClr val="CBD2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359152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6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276856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| Java Backend Engineer — Vehicle Parking Management System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20440" y="2551176"/>
            <a:ext cx="6172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7-service Java microservices system (Eureka, API Gateway, User, Admin, Booking, Payment, Receipt) using JdbcTemplate, standardized ApiResponse&lt;T&gt; wrappers and a GlobalExceptionHandler. Added Redis caching, a Kafka-based notification design, scheduled occupancy reporting, JWT-secured Swagger docs, and Feign-based JWT forwarding across services. Tested with JUnit 5 / Mockito.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3776472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6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694176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| Frontend Engineer — CineSearch (React Movie Search App)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20440" y="3968496"/>
            <a:ext cx="6172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onboarding React application end-to-end in a 48-hour window with daily evaluation. Used Material UI for the interface, Redux Toolkit for state management, and React Router v6 for navigation; integrated the OMDb API via axios and deployed to Vercel.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5193792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6F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5111496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| AI Capstone — Multi-Agent Coder-Reviewer Swarm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20440" y="5385816"/>
            <a:ext cx="6172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deliverable for the Agentic AI Engineering Programme: a two-agent Coder-Reviewer LangGraph swarm with memory injection between agents, a circuit-breaker escalation path (graceful_degrader), and a configurable MAX_ITERATIONS limit. Delivered with a reproducible DEMO_MODE, a reasoning trace log, and a written reasoning report.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0" y="66294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0" y="6949440"/>
            <a:ext cx="6492240" cy="0"/>
          </a:xfrm>
          <a:prstGeom prst="line">
            <a:avLst/>
          </a:prstGeom>
          <a:noFill/>
          <a:ln w="12700">
            <a:solidFill>
              <a:srgbClr val="CBD2DC"/>
            </a:solidFill>
            <a:prstDash val="solid"/>
          </a:ln>
        </p:spPr>
      </p:sp>
      <p:pic>
        <p:nvPicPr>
          <p:cNvPr id="27" name="Image 0" descr="/home/claude/icons/springb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086600"/>
            <a:ext cx="502920" cy="502920"/>
          </a:xfrm>
          <a:prstGeom prst="rect">
            <a:avLst/>
          </a:prstGeom>
        </p:spPr>
      </p:pic>
      <p:pic>
        <p:nvPicPr>
          <p:cNvPr id="28" name="Image 1" descr="/home/claude/icons/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7086600"/>
            <a:ext cx="502920" cy="502920"/>
          </a:xfrm>
          <a:prstGeom prst="rect">
            <a:avLst/>
          </a:prstGeom>
        </p:spPr>
      </p:pic>
      <p:pic>
        <p:nvPicPr>
          <p:cNvPr id="29" name="Image 2" descr="/home/claude/icons/redu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7086600"/>
            <a:ext cx="502920" cy="502920"/>
          </a:xfrm>
          <a:prstGeom prst="rect">
            <a:avLst/>
          </a:prstGeom>
        </p:spPr>
      </p:pic>
      <p:pic>
        <p:nvPicPr>
          <p:cNvPr id="30" name="Image 3" descr="/home/claude/icons/mysq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7086600"/>
            <a:ext cx="502920" cy="502920"/>
          </a:xfrm>
          <a:prstGeom prst="rect">
            <a:avLst/>
          </a:prstGeom>
        </p:spPr>
      </p:pic>
      <p:pic>
        <p:nvPicPr>
          <p:cNvPr id="31" name="Image 4" descr="/home/claude/icons/redi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7086600"/>
            <a:ext cx="502920" cy="502920"/>
          </a:xfrm>
          <a:prstGeom prst="rect">
            <a:avLst/>
          </a:prstGeom>
        </p:spPr>
      </p:pic>
      <p:pic>
        <p:nvPicPr>
          <p:cNvPr id="32" name="Image 5" descr="/home/claude/icons/kafk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7086600"/>
            <a:ext cx="502920" cy="502920"/>
          </a:xfrm>
          <a:prstGeom prst="rect">
            <a:avLst/>
          </a:prstGeom>
        </p:spPr>
      </p:pic>
      <p:pic>
        <p:nvPicPr>
          <p:cNvPr id="33" name="Image 6" descr="/home/claude/icons/pyth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7086600"/>
            <a:ext cx="502920" cy="502920"/>
          </a:xfrm>
          <a:prstGeom prst="rect">
            <a:avLst/>
          </a:prstGeom>
        </p:spPr>
      </p:pic>
      <p:pic>
        <p:nvPicPr>
          <p:cNvPr id="34" name="Image 7" descr="/home/claude/icons/jir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7086600"/>
            <a:ext cx="502920" cy="5029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921240" y="2743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36" name="Text 26"/>
          <p:cNvSpPr/>
          <p:nvPr/>
        </p:nvSpPr>
        <p:spPr>
          <a:xfrm>
            <a:off x="9921240" y="59436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PLATFORMS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9921240" y="960120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9921240" y="960120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11009376" y="960120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11009376" y="960120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9921240" y="1490472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9921240" y="1490472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11009376" y="1490472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11009376" y="1490472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9921240" y="2020824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9921240" y="2020824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11009376" y="2020824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11009376" y="2020824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49" name="Shape 39"/>
          <p:cNvSpPr/>
          <p:nvPr/>
        </p:nvSpPr>
        <p:spPr>
          <a:xfrm>
            <a:off x="9921240" y="2551176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921240" y="2551176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11009376" y="2551176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11009376" y="2551176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/ Mockito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9921240" y="3081528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9921240" y="3081528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11009376" y="3081528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11009376" y="3081528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100" dirty="0"/>
          </a:p>
        </p:txBody>
      </p:sp>
      <p:sp>
        <p:nvSpPr>
          <p:cNvPr id="57" name="Text 47"/>
          <p:cNvSpPr/>
          <p:nvPr/>
        </p:nvSpPr>
        <p:spPr>
          <a:xfrm>
            <a:off x="9921240" y="37490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400" dirty="0"/>
          </a:p>
        </p:txBody>
      </p:sp>
      <p:sp>
        <p:nvSpPr>
          <p:cNvPr id="58" name="Shape 48"/>
          <p:cNvSpPr/>
          <p:nvPr/>
        </p:nvSpPr>
        <p:spPr>
          <a:xfrm>
            <a:off x="9921240" y="4114800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9921240" y="4114800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60" name="Shape 50"/>
          <p:cNvSpPr/>
          <p:nvPr/>
        </p:nvSpPr>
        <p:spPr>
          <a:xfrm>
            <a:off x="11009376" y="4114800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11009376" y="4114800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62" name="Shape 52"/>
          <p:cNvSpPr/>
          <p:nvPr/>
        </p:nvSpPr>
        <p:spPr>
          <a:xfrm>
            <a:off x="9921240" y="4645152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63" name="Text 53"/>
          <p:cNvSpPr/>
          <p:nvPr/>
        </p:nvSpPr>
        <p:spPr>
          <a:xfrm>
            <a:off x="9921240" y="4645152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4" name="Shape 54"/>
          <p:cNvSpPr/>
          <p:nvPr/>
        </p:nvSpPr>
        <p:spPr>
          <a:xfrm>
            <a:off x="11009376" y="4645152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3B6FD6"/>
          </a:solidFill>
          <a:ln w="12700">
            <a:solidFill>
              <a:srgbClr val="3B6FD6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11009376" y="4645152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66" name="Text 56"/>
          <p:cNvSpPr/>
          <p:nvPr/>
        </p:nvSpPr>
        <p:spPr>
          <a:xfrm>
            <a:off x="9921240" y="542239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</a:t>
            </a:r>
            <a:endParaRPr lang="en-US" sz="1400" dirty="0"/>
          </a:p>
        </p:txBody>
      </p:sp>
      <p:sp>
        <p:nvSpPr>
          <p:cNvPr id="67" name="Shape 57"/>
          <p:cNvSpPr/>
          <p:nvPr/>
        </p:nvSpPr>
        <p:spPr>
          <a:xfrm>
            <a:off x="9921240" y="5806440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27664D"/>
          </a:solidFill>
          <a:ln w="12700">
            <a:solidFill>
              <a:srgbClr val="27664D"/>
            </a:solidFill>
            <a:prstDash val="solid"/>
          </a:ln>
        </p:spPr>
      </p:sp>
      <p:sp>
        <p:nvSpPr>
          <p:cNvPr id="68" name="Text 58"/>
          <p:cNvSpPr/>
          <p:nvPr/>
        </p:nvSpPr>
        <p:spPr>
          <a:xfrm>
            <a:off x="9921240" y="5806440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69" name="Shape 59"/>
          <p:cNvSpPr/>
          <p:nvPr/>
        </p:nvSpPr>
        <p:spPr>
          <a:xfrm>
            <a:off x="11009376" y="5806440"/>
            <a:ext cx="905256" cy="411480"/>
          </a:xfrm>
          <a:prstGeom prst="roundRect">
            <a:avLst>
              <a:gd name="adj" fmla="val 17778"/>
            </a:avLst>
          </a:prstGeom>
          <a:solidFill>
            <a:srgbClr val="27664D"/>
          </a:solidFill>
          <a:ln w="12700">
            <a:solidFill>
              <a:srgbClr val="27664D"/>
            </a:solidFill>
            <a:prstDash val="solid"/>
          </a:ln>
        </p:spPr>
      </p:sp>
      <p:sp>
        <p:nvSpPr>
          <p:cNvPr id="70" name="Text 60"/>
          <p:cNvSpPr/>
          <p:nvPr/>
        </p:nvSpPr>
        <p:spPr>
          <a:xfrm>
            <a:off x="11009376" y="5806440"/>
            <a:ext cx="905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2026-07-29T06:44:09Z</dcterms:created>
  <dcterms:modified xsi:type="dcterms:W3CDTF">2026-07-29T06:44:09Z</dcterms:modified>
</cp:coreProperties>
</file>